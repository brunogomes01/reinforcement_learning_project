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836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6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7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4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9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1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35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3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2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23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2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87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7563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09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10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23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67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69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85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1987" y="2288197"/>
            <a:ext cx="7080026" cy="2281606"/>
          </a:xfrm>
        </p:spPr>
        <p:txBody>
          <a:bodyPr>
            <a:normAutofit fontScale="90000"/>
          </a:bodyPr>
          <a:lstStyle/>
          <a:p>
            <a:r>
              <a:rPr dirty="0"/>
              <a:t>Quantum Finance - RL para </a:t>
            </a:r>
            <a:r>
              <a:rPr dirty="0" err="1"/>
              <a:t>Operar</a:t>
            </a:r>
            <a:r>
              <a:rPr dirty="0"/>
              <a:t> VALE3, PETR4 e BRFS3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5436283"/>
            <a:ext cx="7080026" cy="1049867"/>
          </a:xfrm>
        </p:spPr>
        <p:txBody>
          <a:bodyPr>
            <a:normAutofit fontScale="92500" lnSpcReduction="20000"/>
          </a:bodyPr>
          <a:lstStyle/>
          <a:p>
            <a:r>
              <a:rPr dirty="0" err="1"/>
              <a:t>Turma</a:t>
            </a:r>
            <a:r>
              <a:rPr dirty="0"/>
              <a:t> 10DTSR – </a:t>
            </a:r>
            <a:r>
              <a:rPr lang="pt-BR" dirty="0"/>
              <a:t>Quantum </a:t>
            </a:r>
            <a:r>
              <a:rPr lang="pt-BR" dirty="0" err="1"/>
              <a:t>Finance</a:t>
            </a:r>
            <a:r>
              <a:rPr lang="pt-BR" dirty="0"/>
              <a:t> - Apresentação/Estudo de aplicação em </a:t>
            </a:r>
            <a:r>
              <a:rPr lang="pt-BR" dirty="0" err="1"/>
              <a:t>Reinforcement</a:t>
            </a:r>
            <a:r>
              <a:rPr lang="pt-BR" dirty="0"/>
              <a:t> Learning</a:t>
            </a:r>
          </a:p>
          <a:p>
            <a:r>
              <a:rPr lang="pt-BR" b="0" i="0" dirty="0">
                <a:solidFill>
                  <a:srgbClr val="E3E3E3"/>
                </a:solidFill>
                <a:effectLst/>
                <a:latin typeface="Roboto" panose="020F0502020204030204" pitchFamily="2" charset="0"/>
              </a:rPr>
              <a:t>Bruno Gomes, RM</a:t>
            </a:r>
            <a:r>
              <a:rPr lang="pt-BR" b="0" i="0">
                <a:solidFill>
                  <a:srgbClr val="E3E3E3"/>
                </a:solidFill>
                <a:effectLst/>
                <a:latin typeface="Roboto" panose="020F0502020204030204" pitchFamily="2" charset="0"/>
              </a:rPr>
              <a:t>: 358853</a:t>
            </a:r>
            <a:endParaRPr lang="pt-BR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 e Problemática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Objetivo: Criar um fundo automatizado que opera VALE3, PETR4 e BRFS3.</a:t>
            </a:r>
          </a:p>
          <a:p>
            <a:r>
              <a:t>A tomada de decisão será feita por um agente de Reinforcement Learning (RL).</a:t>
            </a:r>
          </a:p>
          <a:p>
            <a:r>
              <a:t>Ações: comprar, vender ou manter o ativo.</a:t>
            </a:r>
          </a:p>
          <a:p>
            <a:r>
              <a:t>O agente será treinado com dados históricos para maximizar lucros.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Motivação e 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Explorar o uso de RL no mercado financeiro brasileiro.</a:t>
            </a:r>
          </a:p>
          <a:p>
            <a:r>
              <a:t>• Automatizar decisões de compra e venda de ações.</a:t>
            </a:r>
          </a:p>
          <a:p>
            <a:r>
              <a:t>• Obter retorno financeiro superior ao buy and hold.</a:t>
            </a:r>
          </a:p>
          <a:p>
            <a:r>
              <a:t>• Avaliar o desempenho usando métricas como lucro e Sharpe Ratio.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Ingestão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Dados históricos de VALE3.SA, PETR4.SA, BRFS3.SA.</a:t>
            </a:r>
          </a:p>
          <a:p>
            <a:r>
              <a:t>• Obtidos via Yahoo Finance com o yfinance.</a:t>
            </a:r>
          </a:p>
          <a:p>
            <a:r>
              <a:t>• Colunas principais: Open, High, Low, Close, Volume.</a:t>
            </a:r>
          </a:p>
          <a:p>
            <a:r>
              <a:t>• Período de dados ajustável para simulação.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Ambiente de Simulação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Baseado em OpenAI Gym.</a:t>
            </a:r>
          </a:p>
          <a:p>
            <a:r>
              <a:t>• Estados: janela de preços anteriores (ex: 10 dias).</a:t>
            </a:r>
          </a:p>
          <a:p>
            <a:r>
              <a:t>• Ações: 0 = Vender, 1 = Manter, 2 = Comprar.</a:t>
            </a:r>
          </a:p>
          <a:p>
            <a:r>
              <a:t>• Recompensa: variação do portfólio após cada ação.</a:t>
            </a:r>
          </a:p>
          <a:p>
            <a:r>
              <a:t>• Episódio termina no fim do histórico.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Agente de RL: Deep Q-Network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Rede Neural com PyTorch.</a:t>
            </a:r>
          </a:p>
          <a:p>
            <a:r>
              <a:t>• Entradas: estado atual (preços normalizados).</a:t>
            </a:r>
          </a:p>
          <a:p>
            <a:r>
              <a:t>• Saídas: valor Q para cada ação.</a:t>
            </a:r>
          </a:p>
          <a:p>
            <a:r>
              <a:t>• Replay Buffer e Epsilon-Greedy.</a:t>
            </a:r>
          </a:p>
          <a:p>
            <a:r>
              <a:t>• Treinamento online durante simulação.</a:t>
            </a:r>
          </a:p>
        </p:txBody>
      </p:sp>
      <p:pic>
        <p:nvPicPr>
          <p:cNvPr id="5" name="Imagem 4" descr="Gráfico, Gráfico de linhas, Gráfico de dispersão&#10;&#10;O conteúdo gerado por IA pode estar incorreto.">
            <a:extLst>
              <a:ext uri="{FF2B5EF4-FFF2-40B4-BE49-F238E27FC236}">
                <a16:creationId xmlns:a16="http://schemas.microsoft.com/office/drawing/2014/main" id="{97505797-90E8-FAE4-52DD-046D5FFFD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543" y="3950070"/>
            <a:ext cx="5138928" cy="28256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Gráficos de Avaliação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Recompensa por episódio: evolução do desempenho.</a:t>
            </a:r>
          </a:p>
          <a:p>
            <a:r>
              <a:t>• Evolução do portfólio: saldo ao longo do tempo.</a:t>
            </a:r>
          </a:p>
          <a:p>
            <a:r>
              <a:t>• Ações tomadas: pontos de compra e venda no gráfico de preços.</a:t>
            </a:r>
          </a:p>
          <a:p>
            <a:r>
              <a:t>• Visualização com matplotlib.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0B5A8A-E8B8-3EDC-7A38-420395E90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153" y="3429000"/>
            <a:ext cx="4481708" cy="32728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Agente aprendeu políticas viáveis de negociação.</a:t>
            </a:r>
          </a:p>
          <a:p>
            <a:r>
              <a:t>• Maior estabilidade após 50 episódios.</a:t>
            </a:r>
          </a:p>
          <a:p>
            <a:r>
              <a:t>• Estratégia adaptável entre ativos.</a:t>
            </a:r>
          </a:p>
          <a:p>
            <a:r>
              <a:t>• Aprendizado mais robusto com janela maior de preços.</a:t>
            </a:r>
          </a:p>
        </p:txBody>
      </p:sp>
      <p:pic>
        <p:nvPicPr>
          <p:cNvPr id="5" name="Imagem 4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7B96838B-D162-D884-4F46-2DA7480B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447" y="3621024"/>
            <a:ext cx="4237119" cy="30534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Considerações Finais e Potencial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RL é promissor para finanças quantitativas.</a:t>
            </a:r>
          </a:p>
          <a:p>
            <a:r>
              <a:t>• Aplicação prática no contexto da B3.</a:t>
            </a:r>
          </a:p>
          <a:p>
            <a:r>
              <a:t>• Possibilidade de expansão para mais ativos.</a:t>
            </a:r>
          </a:p>
          <a:p>
            <a:r>
              <a:t>• Integração futura com dados de sentimento e notícias.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Fontes e Links Úteis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Yahoo Finance API (via </a:t>
            </a:r>
            <a:r>
              <a:rPr dirty="0" err="1"/>
              <a:t>yfinance</a:t>
            </a:r>
            <a:r>
              <a:rPr dirty="0"/>
              <a:t>)</a:t>
            </a:r>
          </a:p>
          <a:p>
            <a:r>
              <a:rPr dirty="0"/>
              <a:t>• OpenAI Gym</a:t>
            </a:r>
          </a:p>
          <a:p>
            <a:r>
              <a:rPr dirty="0"/>
              <a:t>• </a:t>
            </a:r>
            <a:r>
              <a:rPr dirty="0" err="1"/>
              <a:t>PyTorch</a:t>
            </a:r>
            <a:endParaRPr dirty="0"/>
          </a:p>
          <a:p>
            <a:r>
              <a:rPr dirty="0"/>
              <a:t>• https://towardsdatascience.com</a:t>
            </a:r>
          </a:p>
          <a:p>
            <a:r>
              <a:rPr dirty="0"/>
              <a:t>• https://paperswithcode.com/task/reinforcement-learning-1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rdósia">
  <a:themeElements>
    <a:clrScheme name="Ardósi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ósi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ósi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TM04033929[[fn=Ardósia]]</Template>
  <TotalTime>10</TotalTime>
  <Words>424</Words>
  <Application>Microsoft Office PowerPoint</Application>
  <PresentationFormat>Apresentação na tela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Calisto MT</vt:lpstr>
      <vt:lpstr>Roboto</vt:lpstr>
      <vt:lpstr>Wingdings 2</vt:lpstr>
      <vt:lpstr>Ardósia</vt:lpstr>
      <vt:lpstr>Quantum Finance - RL para Operar VALE3, PETR4 e BRFS3</vt:lpstr>
      <vt:lpstr>Introdução e Problemática</vt:lpstr>
      <vt:lpstr>Motivação e Objetivos</vt:lpstr>
      <vt:lpstr>Ingestão de Dados</vt:lpstr>
      <vt:lpstr>Ambiente de Simulação</vt:lpstr>
      <vt:lpstr>Agente de RL: Deep Q-Network</vt:lpstr>
      <vt:lpstr>Gráficos de Avaliação</vt:lpstr>
      <vt:lpstr>Resultados e Insights</vt:lpstr>
      <vt:lpstr>Considerações Finais e Potencial</vt:lpstr>
      <vt:lpstr>Fontes e Links Úteis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Bruno Gomes</cp:lastModifiedBy>
  <cp:revision>4</cp:revision>
  <dcterms:created xsi:type="dcterms:W3CDTF">2013-01-27T09:14:16Z</dcterms:created>
  <dcterms:modified xsi:type="dcterms:W3CDTF">2025-12-23T22:51:54Z</dcterms:modified>
  <cp:category/>
</cp:coreProperties>
</file>